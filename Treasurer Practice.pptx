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and thank them for coming. Introduce yourself as treasurer before handing off to the president for the minutes approval. Keep this to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data (matches slide 4's table) — use this to build a chart here:</a:t>
            </a:r>
          </a:p>
          <a:p>
            <a:r>
              <a:t>Printing 160.50, Refreshments 163.00, Room rental 300.00, Postage 48.00, Website 96.00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Riverside Neighbors Association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Meeting — Treasurer's Report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&amp; approval of minutes</a:t>
            </a:r>
          </a:p>
          <a:p>
            <a:r>
              <a:t>Treasurer's report</a:t>
            </a:r>
          </a:p>
          <a:p>
            <a:r>
              <a:t>Budget proposal for next year</a:t>
            </a:r>
          </a:p>
          <a:p>
            <a:r>
              <a:t>Open discussion</a:t>
            </a:r>
          </a:p>
          <a:p>
            <a:r>
              <a:t>Adjournment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666666"/>
                </a:solidFill>
                <a:latin typeface="Courier New"/>
              </a:rPr>
              <a:t>Where the money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to add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Printing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$160.50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$163.00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Room rental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$300.00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Postage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$48.00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$96.00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Expenses by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Cleanup Day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Add a caption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